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2926080" cy="41148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502920"/>
            <a:ext cx="2926080" cy="4023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+---+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 |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 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/|\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/ \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===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0" y="914400"/>
            <a:ext cx="52120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kern="0" spc="3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HANGMAN GAME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0" y="196596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Organization &amp; Assembly Language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0" y="2468880"/>
            <a:ext cx="5212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x86 Assembly (MASM + Irvine32)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3017520"/>
            <a:ext cx="521208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3200400"/>
            <a:ext cx="5212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3840480"/>
            <a:ext cx="1188720" cy="347472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840480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56048" y="3840480"/>
            <a:ext cx="1188720" cy="347472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3840480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Irvine32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3840480"/>
            <a:ext cx="1188720" cy="347472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3840480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x86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52944" y="3840480"/>
            <a:ext cx="1188720" cy="347472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944" y="3840480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Console Game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kern="0" spc="2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Hangman?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3749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Classic word-guessing game where the player guesses a hidden word letter by letter within a limited number of attempts.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023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28600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Assembly?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587752"/>
            <a:ext cx="3749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Demonstrates low-level CPU programming: direct register manipulation, memory management, and conditional branching.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4023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2044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Used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822192"/>
            <a:ext cx="3749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MASM (Microsoft Macro Assembler) with the Irvine32 library for console I/O on Windows x86.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39319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0972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FB95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55448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</a:t>
            </a:r>
            <a:r>
              <a:rPr lang="en-US" sz="13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intresting themed words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01168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</a:t>
            </a:r>
            <a:r>
              <a:rPr lang="en-US" sz="13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Contextual hint for each word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46888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</a:t>
            </a:r>
            <a:r>
              <a:rPr lang="en-US" sz="13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stages of ASCII hangman art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</a:t>
            </a:r>
            <a:r>
              <a:rPr lang="en-US" sz="13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guessed letters (A–Z)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</a:t>
            </a:r>
            <a:r>
              <a:rPr lang="en-US" sz="13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remaining incorrect guesses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84048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</a:t>
            </a:r>
            <a:r>
              <a:rPr lang="en-US" sz="13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 Again prompt after each round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29768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</a:t>
            </a:r>
            <a:r>
              <a:rPr lang="en-US" sz="13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validated A–Z input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2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TOOLS &amp; ENVIRONMENT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645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MASM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Microsoft Macro Assembler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3749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Translates x86 assembly source code into machine-executable object files. Standard assembler used in COAL courses.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02336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88920"/>
            <a:ext cx="64008" cy="16459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3B34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Irvine32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227832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I/O Library by Kip Irvine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02152"/>
            <a:ext cx="3749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high-level procedures like WriteString, ReadChar, WriteDec, Clrscr, and RandomRange for easy console interaction.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402336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05840"/>
            <a:ext cx="64008" cy="1645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0972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FB95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Visual Studio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1444752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 / Linker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719072"/>
            <a:ext cx="3749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environment used to assemble, link, and run the program. Links Irvine32.lib and Kernel32.lib automatically.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2788920"/>
            <a:ext cx="402336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788920"/>
            <a:ext cx="64008" cy="16459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88036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514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x86 ISA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0" y="3227832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32-bit Architecture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502152"/>
            <a:ext cx="3749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general purpose registers (EAX, EBX, ECX, EDX, ESI, EDI), the LOOP instruction, and direct memory addressing.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2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 SEGMENT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206240" cy="3977640"/>
          </a:xfrm>
          <a:prstGeom prst="rect">
            <a:avLst/>
          </a:prstGeom>
          <a:solidFill>
            <a:srgbClr val="0D1117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4023360" cy="3886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Secret words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word0  BYTE "ASSEMBLY",0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word1  BYTE "COMPUTER",0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word7  BYTE "WINDOWS",0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Pointer 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wordTable DWORD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OFFSET word0, OFFSET word1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..., OFFSET word7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Game state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wrongCount   DWORD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guessedMask  BYTE  26 DUP(0)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displayWord  BYTE  20 DUP('_'),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92040" y="914400"/>
            <a:ext cx="393192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932688"/>
            <a:ext cx="3749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word0 – word7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83480" y="1161288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Null-terminated byte strings storing secret words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2040" y="1453896"/>
            <a:ext cx="393192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72184"/>
            <a:ext cx="3749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wordTable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700784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DWORD array of offsets (pointers) to each word — indexed with EAX×4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1993392"/>
            <a:ext cx="393192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011680"/>
            <a:ext cx="3749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hintTable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240280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DWORD array of offsets to hint strings, parallel to wordTable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2532888"/>
            <a:ext cx="393192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551176"/>
            <a:ext cx="3749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currentWord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779776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DWORD holding address of the randomly chosen word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3072384"/>
            <a:ext cx="393192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090672"/>
            <a:ext cx="3749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wrongCount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319272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DWORD counter for incorrect guesses (0–6)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3611880"/>
            <a:ext cx="393192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630168"/>
            <a:ext cx="3749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guessedMask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3858768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26-byte array; index 0=A, 25=Z. Value 1 = already guessed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4151376"/>
            <a:ext cx="3931920" cy="49377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4169664"/>
            <a:ext cx="3749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displayWord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4398264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20-byte array showing underscores/letters to the player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2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PROCEDURES (CODE SEGMENT)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023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9264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  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Entry point. Calls ResetGame, runs game loop, handles win/lose screens and play-again prompt.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75104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ResetGame 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Zeros wrongCount, clears guessedMask array, then calls ChooseWord.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980944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ChooseWord 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273552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Calls Randomize + RandomRange(8), loads word/hint pointers, measures word length, initialises displayWord with underscores.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4023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986784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GetUpperLetter 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986784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279392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a keypress, converts lowercase to uppercase (sub 32), validates A–Z range; loops on invalid input.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4023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969264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ProcessGuess 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969264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EAX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1261872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guessedMask for duplicates, scans secret word for match, updates displayWord, increments wrongCount, returns 0/1/2.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920240"/>
            <a:ext cx="4023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1975104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CheckWin 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0" y="1975104"/>
            <a:ext cx="100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EAX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267712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Scans displayWord for any remaining underscore; returns 1 if fully revealed, 0 otherwise.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926080"/>
            <a:ext cx="4023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2980944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DrawHangman  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273552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Indexes hangTable with wrongCount×4 to print the correct ASCII gallows stage (0–6).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931920"/>
            <a:ext cx="4023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83480" y="3986784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ShowDisplayWord  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4279392"/>
            <a:ext cx="3749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Loops wordLen times printing each character in displayWord with a space separator.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2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GAME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960120"/>
            <a:ext cx="3657600" cy="5486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96012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508760"/>
            <a:ext cx="0" cy="45720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1554480"/>
            <a:ext cx="3657600" cy="5486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55448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ResetGame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(ChooseWord + clear state)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103120"/>
            <a:ext cx="0" cy="45720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377440"/>
            <a:ext cx="3657600" cy="5486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37744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Screen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Draw Hangman + Word + Hint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926080"/>
            <a:ext cx="0" cy="45720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3200400"/>
            <a:ext cx="3657600" cy="5486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20040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GetUpperLetter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(validate A–Z input)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749040"/>
            <a:ext cx="0" cy="45720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4023360"/>
            <a:ext cx="3657600" cy="5486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402336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ProcessGuess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(match / wrong / duplicate)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93192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EAX = 1 → WIN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42519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EAX = 2 → LOSE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457200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EAX = 0 → loop back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206240"/>
            <a:ext cx="164592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0624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754880"/>
            <a:ext cx="1645920" cy="4572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754880"/>
            <a:ext cx="1645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 Again? Y → ResetGame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N → EXIT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2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ASSEMBLY CONCEPTS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743200" cy="187452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3327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Pointer Arithmetic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62456"/>
            <a:ext cx="256032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mov edx, [esi + eax*4]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Multiplies word index by 4 (pointer size) to index into wordTable and load the correct string address into EDX.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960120"/>
            <a:ext cx="2743200" cy="187452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03327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LOOP Instruction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1362456"/>
            <a:ext cx="256032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37160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loop @searchLoop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1947672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decrements ECX each iteration and jumps back while ECX ≠ 0. Used for scanning displayWord and filling blanks.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960120"/>
            <a:ext cx="2743200" cy="1874520"/>
          </a:xfrm>
          <a:prstGeom prst="rect">
            <a:avLst/>
          </a:prstGeom>
          <a:solidFill>
            <a:srgbClr val="161B22"/>
          </a:solidFill>
          <a:ln w="1524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03327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B34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Stack (PUSH / POP)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362456"/>
            <a:ext cx="256032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37160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push ecx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pop  ecx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1947672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Outer loop registers are saved to the stack before the inner loop runs so they are not overwritten (ShowGuessedLetters).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2743200" cy="1874520"/>
          </a:xfrm>
          <a:prstGeom prst="rect">
            <a:avLst/>
          </a:prstGeom>
          <a:solidFill>
            <a:srgbClr val="161B22"/>
          </a:solidFill>
          <a:ln w="1524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044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5149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Case Conversion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374136"/>
            <a:ext cx="256032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8328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sub al, 32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3959352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Subtracting 32 from a lowercase ASCII value converts it to uppercase. 'a'=97, 'A'=65. Used in GetUpperLetter.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971800"/>
            <a:ext cx="2743200" cy="187452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0" y="3044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Conditional Jumps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3374136"/>
            <a:ext cx="256032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38328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cmp wrongCount, MAX_WRONG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jge @lose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74720" y="3959352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CMP sets CPU flags by subtracting; JGE jumps if the result is ≥ 0. Drives all game-logic branching.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971800"/>
            <a:ext cx="2743200" cy="187452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3044952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Zero-Extend Move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3374136"/>
            <a:ext cx="256032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3383280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movzx eax, BYTE PTR [esi]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3959352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Loads a byte from memory into a 32-bit register, padding upper bits with zeros to prevent garbage data.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2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SAMPLE OUTPUT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029200" cy="4114800"/>
          </a:xfrm>
          <a:prstGeom prst="rect">
            <a:avLst/>
          </a:prstGeom>
          <a:solidFill>
            <a:srgbClr val="0A0E14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02920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32688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● ●  HANGMAN.EXE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47548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========================================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HANGMAN GAME - IRVINE32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========================================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+---+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 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 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/|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===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Word: A _ _ E M _ L _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Hint: A low-level programming language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Incorrect Guesses: T R 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Guesses remaining: 3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Enter a letter to guess (A-Z): 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Correct! :)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2103120"/>
            <a:ext cx="502920" cy="0"/>
          </a:xfrm>
          <a:prstGeom prst="line">
            <a:avLst/>
          </a:prstGeom>
          <a:noFill/>
          <a:ln w="12700">
            <a:solidFill>
              <a:srgbClr val="E3B34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126480" y="2011680"/>
            <a:ext cx="25603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029968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ASCII Gallows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(Stage 3 / 6)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3017520"/>
            <a:ext cx="502920" cy="0"/>
          </a:xfrm>
          <a:prstGeom prst="line">
            <a:avLst/>
          </a:prstGeom>
          <a:noFill/>
          <a:ln w="12700">
            <a:solidFill>
              <a:srgbClr val="58A6F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126480" y="2926080"/>
            <a:ext cx="25603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944368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Word Display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blanks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3474720"/>
            <a:ext cx="502920" cy="0"/>
          </a:xfrm>
          <a:prstGeom prst="line">
            <a:avLst/>
          </a:prstGeom>
          <a:noFill/>
          <a:ln w="12700">
            <a:solidFill>
              <a:srgbClr val="3FB95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26480" y="3383280"/>
            <a:ext cx="25603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401568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Hint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3886200"/>
            <a:ext cx="502920" cy="0"/>
          </a:xfrm>
          <a:prstGeom prst="line">
            <a:avLst/>
          </a:prstGeom>
          <a:noFill/>
          <a:ln w="12700">
            <a:solidFill>
              <a:srgbClr val="F8514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126480" y="3794760"/>
            <a:ext cx="25603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813048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 Letters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2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CHALLENGES &amp;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572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24128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Register Preservation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07592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PUSH/POP correctly to protect outer loop registers (ECX, ESI, EBX) when calling inner loops inside ShowGuessedLetters.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572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84248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Pointer Indexing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Computing correct table offsets with EAX×4 to access DWORD pointer arrays (wordTable, hintTable, hangTable).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572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944368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String vs Number 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227832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Deciding when to use WriteString (EDX = offset) vs WriteDec (EAX = integer) for correct console output.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572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904488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displayWord Sync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187952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Keeping displayWord in sync with the secret word: writing matched letters exactly at the same byte offset with EDI.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0" y="960120"/>
            <a:ext cx="3474720" cy="38404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105156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FB95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WE LEARNT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146304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 CPU register control (EAX, ECX, ESI, EDI)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40680" y="1993392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Memory-mapped string management with null terminators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40680" y="2523744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Implementing game logic purely through CMP + conditional jumps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40680" y="3054096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the LOOP instruction as an efficient countdown mechanism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40680" y="3584448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Procedure-based modular design in x86 Assembly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40680" y="411480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the CALL / RET stack frame mechanism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291840" cy="44805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411480"/>
            <a:ext cx="3291840" cy="4389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+---+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 |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 O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/|\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|  / \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===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** YOU WIN! **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931920" y="914400"/>
            <a:ext cx="4937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kern="0" spc="400" dirty="0">
                <a:solidFill>
                  <a:srgbClr val="58A6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931920" y="192024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2514600"/>
            <a:ext cx="493776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2697480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Language:  x86 Assembly (MASM)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3081528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Library:   Irvine32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3465576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Words:     8 CS-themed words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3849624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Attempts:  6 wrong guesses max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4233672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Features:  Hints · Gallows art · Play Again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46177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COAL Project  •  x86 Assembly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5769</Words>
  <Application>WPS Presentation</Application>
  <PresentationFormat>On-screen Show (16:9)</PresentationFormat>
  <Paragraphs>326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Consolas</vt:lpstr>
      <vt:lpstr>Consolas</vt:lpstr>
      <vt:lpstr>Consolas</vt:lpstr>
      <vt:lpstr>Arial Black</vt:lpstr>
      <vt:lpstr>Arial Black</vt:lpstr>
      <vt:lpstr>Arial Black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Hangman Game - COAL Project</dc:title>
  <dc:creator>PptxGenJS</dc:creator>
  <dc:subject>PptxGenJS Presentation</dc:subject>
  <cp:lastModifiedBy>hasna</cp:lastModifiedBy>
  <cp:revision>2</cp:revision>
  <dcterms:created xsi:type="dcterms:W3CDTF">2026-05-29T11:36:00Z</dcterms:created>
  <dcterms:modified xsi:type="dcterms:W3CDTF">2026-05-31T08:23:09Z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BB81A06DDEC14F6D86239509E875EDAA_12</vt:lpwstr>
  </property>
  <property fmtid="{D5CDD505-2E9C-101B-9397-08002B2CF9AE}" pid="3" name="KSOProductBuildVer">
    <vt:lpwstr>2057-12.2.0.23202</vt:lpwstr>
  </property>
</Properties>
</file>